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niic3Zulj7sV"/>
  <p:tag name="LUCID-DOCUMENT" val="9d932e33-70c6-4cd7-b299-91bee8fbf645"/>
  <p:tag name="LUCID-UPDATE-TIME" val="178423673851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